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8FB0D-FDD2-485B-89C4-CB6C998A682B}" v="1" dt="2026-09-29T06:20:32.379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Subramanian" userId="0b6cf4dc5856175e" providerId="LiveId" clId="{C989C3A7-229F-4E80-B24C-31195AA481CC}"/>
    <pc:docChg chg="undo custSel modSld">
      <pc:chgData name="Sneha Subramanian" userId="0b6cf4dc5856175e" providerId="LiveId" clId="{C989C3A7-229F-4E80-B24C-31195AA481CC}" dt="2026-09-29T06:20:55.496" v="34" actId="1076"/>
      <pc:docMkLst>
        <pc:docMk/>
      </pc:docMkLst>
      <pc:sldChg chg="addSp delSp modSp mod">
        <pc:chgData name="Sneha Subramanian" userId="0b6cf4dc5856175e" providerId="LiveId" clId="{C989C3A7-229F-4E80-B24C-31195AA481CC}" dt="2026-09-29T06:20:07.909" v="12" actId="1076"/>
        <pc:sldMkLst>
          <pc:docMk/>
          <pc:sldMk cId="3114963633" sldId="295"/>
        </pc:sldMkLst>
        <pc:picChg chg="del">
          <ac:chgData name="Sneha Subramanian" userId="0b6cf4dc5856175e" providerId="LiveId" clId="{C989C3A7-229F-4E80-B24C-31195AA481CC}" dt="2026-09-29T06:19:57.122" v="6" actId="478"/>
          <ac:picMkLst>
            <pc:docMk/>
            <pc:sldMk cId="3114963633" sldId="295"/>
            <ac:picMk id="4" creationId="{F688CDBE-BAD5-EED2-9FF1-64BB8A92CB61}"/>
          </ac:picMkLst>
        </pc:picChg>
        <pc:picChg chg="add mod">
          <ac:chgData name="Sneha Subramanian" userId="0b6cf4dc5856175e" providerId="LiveId" clId="{C989C3A7-229F-4E80-B24C-31195AA481CC}" dt="2026-09-29T06:20:07.909" v="12" actId="1076"/>
          <ac:picMkLst>
            <pc:docMk/>
            <pc:sldMk cId="3114963633" sldId="295"/>
            <ac:picMk id="5" creationId="{83B6FC22-E0B4-B8FA-DD66-B2E00AFDA813}"/>
          </ac:picMkLst>
        </pc:picChg>
      </pc:sldChg>
      <pc:sldChg chg="addSp delSp modSp mod">
        <pc:chgData name="Sneha Subramanian" userId="0b6cf4dc5856175e" providerId="LiveId" clId="{C989C3A7-229F-4E80-B24C-31195AA481CC}" dt="2026-09-29T06:19:08.793" v="5" actId="1076"/>
        <pc:sldMkLst>
          <pc:docMk/>
          <pc:sldMk cId="232371894" sldId="297"/>
        </pc:sldMkLst>
        <pc:picChg chg="del">
          <ac:chgData name="Sneha Subramanian" userId="0b6cf4dc5856175e" providerId="LiveId" clId="{C989C3A7-229F-4E80-B24C-31195AA481CC}" dt="2026-09-29T06:19:00.662" v="0" actId="478"/>
          <ac:picMkLst>
            <pc:docMk/>
            <pc:sldMk cId="232371894" sldId="297"/>
            <ac:picMk id="3" creationId="{F3CBA7B5-D674-BF06-6D7D-5BBDA13B7E3B}"/>
          </ac:picMkLst>
        </pc:picChg>
        <pc:picChg chg="add mod">
          <ac:chgData name="Sneha Subramanian" userId="0b6cf4dc5856175e" providerId="LiveId" clId="{C989C3A7-229F-4E80-B24C-31195AA481CC}" dt="2026-09-29T06:19:08.793" v="5" actId="1076"/>
          <ac:picMkLst>
            <pc:docMk/>
            <pc:sldMk cId="232371894" sldId="297"/>
            <ac:picMk id="4" creationId="{4C50808E-F2C1-0CB9-A161-15E6B1267545}"/>
          </ac:picMkLst>
        </pc:picChg>
      </pc:sldChg>
      <pc:sldChg chg="addSp delSp modSp mod">
        <pc:chgData name="Sneha Subramanian" userId="0b6cf4dc5856175e" providerId="LiveId" clId="{C989C3A7-229F-4E80-B24C-31195AA481CC}" dt="2026-09-29T06:20:55.496" v="34" actId="1076"/>
        <pc:sldMkLst>
          <pc:docMk/>
          <pc:sldMk cId="1440137342" sldId="309"/>
        </pc:sldMkLst>
        <pc:spChg chg="add mod">
          <ac:chgData name="Sneha Subramanian" userId="0b6cf4dc5856175e" providerId="LiveId" clId="{C989C3A7-229F-4E80-B24C-31195AA481CC}" dt="2026-09-29T06:20:55.496" v="34" actId="1076"/>
          <ac:spMkLst>
            <pc:docMk/>
            <pc:sldMk cId="1440137342" sldId="309"/>
            <ac:spMk id="2" creationId="{DEEE0FBC-26CA-BA09-4A08-CAD1CD4446DA}"/>
          </ac:spMkLst>
        </pc:spChg>
        <pc:picChg chg="add del mod">
          <ac:chgData name="Sneha Subramanian" userId="0b6cf4dc5856175e" providerId="LiveId" clId="{C989C3A7-229F-4E80-B24C-31195AA481CC}" dt="2026-09-29T06:20:31.339" v="19" actId="478"/>
          <ac:picMkLst>
            <pc:docMk/>
            <pc:sldMk cId="1440137342" sldId="309"/>
            <ac:picMk id="3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nehasubramanian7070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nehasubramanian7070-star/Study-gen-AI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7744683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SNEHA 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snehasubramanian7070@gmail.com</a:t>
                      </a:r>
                      <a:r>
                        <a:rPr lang="en-US" dirty="0"/>
                        <a:t>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7019637672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94779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000" b="1" dirty="0"/>
              <a:t>[Education]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4" y="828716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</a:t>
            </a:r>
            <a:r>
              <a:rPr lang="en-US" sz="2800" b="1" dirty="0"/>
              <a:t>– </a:t>
            </a:r>
            <a:r>
              <a:rPr lang="en-US" sz="2000" b="1" dirty="0"/>
              <a:t>[</a:t>
            </a:r>
            <a:r>
              <a:rPr lang="en-IN" sz="2000" dirty="0" err="1"/>
              <a:t>StudyGen</a:t>
            </a:r>
            <a:r>
              <a:rPr lang="en-IN" sz="2000" dirty="0"/>
              <a:t> AI – Smart Study Generator Agent]</a:t>
            </a:r>
            <a:endParaRPr lang="en-IN" sz="20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98278-30EA-5FD9-E259-4BB3AD6B1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641" y="3651584"/>
            <a:ext cx="866811" cy="10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63937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Statement: Smart Study Generator Agent</a:t>
            </a:r>
          </a:p>
          <a:p>
            <a:r>
              <a:rPr lang="en-IN" b="1" dirty="0"/>
              <a:t>The Challenge</a:t>
            </a:r>
          </a:p>
          <a:p>
            <a:r>
              <a:rPr lang="en-IN" dirty="0"/>
              <a:t>Students often have learning resources scattered across lecture notes, textbooks, research papers, YouTube tutorials, and online resources.</a:t>
            </a:r>
          </a:p>
          <a:p>
            <a:r>
              <a:rPr lang="en-IN" dirty="0"/>
              <a:t>They may struggle to: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Find the right study material.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Understand difficult concepts.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Summarize large amounts of content.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important examination topics.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an effective study schedule.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Track their preparation and weak areas.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study tools are often static and do not adapt to individual learning needs.</a:t>
            </a:r>
          </a:p>
          <a:p>
            <a:endParaRPr lang="en-IN" dirty="0"/>
          </a:p>
          <a:p>
            <a:r>
              <a:rPr lang="en-IN" b="1" dirty="0"/>
              <a:t>The Objective</a:t>
            </a:r>
          </a:p>
          <a:p>
            <a:r>
              <a:rPr lang="en-IN" dirty="0"/>
              <a:t>Build an </a:t>
            </a:r>
            <a:r>
              <a:rPr lang="en-IN" b="1" dirty="0"/>
              <a:t>AI-powered Smart Study Generator Agent</a:t>
            </a:r>
            <a:r>
              <a:rPr lang="en-IN" dirty="0"/>
              <a:t> that can: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 different learning resources into structured study material.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text, PDF, image, and voice inputs.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 summaries, key points, flashcards, and explanations.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personalized study plans.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 and evaluate practice quizzes.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weak topics and provide revision guidance.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Visualize study progress and milestones.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 – </a:t>
            </a:r>
            <a:r>
              <a:rPr lang="en-IN" b="1" dirty="0" err="1"/>
              <a:t>StudyGen</a:t>
            </a:r>
            <a:r>
              <a:rPr lang="en-IN" b="1" dirty="0"/>
              <a:t> AI</a:t>
            </a:r>
          </a:p>
          <a:p>
            <a:r>
              <a:rPr lang="en-IN" b="1" dirty="0" err="1"/>
              <a:t>StudyGen</a:t>
            </a:r>
            <a:r>
              <a:rPr lang="en-IN" b="1" dirty="0"/>
              <a:t> AI</a:t>
            </a:r>
            <a:r>
              <a:rPr lang="en-IN" dirty="0"/>
              <a:t> is a web-based intelligent study platform designed to help students understand, organize, practice, and plan their studies using Agentic AI.</a:t>
            </a:r>
          </a:p>
          <a:p>
            <a:r>
              <a:rPr lang="en-IN" dirty="0"/>
              <a:t>The system consists of </a:t>
            </a:r>
            <a:r>
              <a:rPr lang="en-IN" b="1" dirty="0"/>
              <a:t>two specialized AI agents</a:t>
            </a:r>
            <a:r>
              <a:rPr lang="en-IN" dirty="0"/>
              <a:t>:</a:t>
            </a:r>
          </a:p>
          <a:p>
            <a:r>
              <a:rPr lang="en-IN" b="1" dirty="0"/>
              <a:t>1. Study Material Agent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Processes text and uploaded study resources.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PDF and image-based study material.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voice-based input.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Generates summaries and key points.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Creates flashcards and concept outlines.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simple explanations.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Answers questions based on provided material. </a:t>
            </a:r>
          </a:p>
          <a:p>
            <a:r>
              <a:rPr lang="en-IN" b="1" dirty="0"/>
              <a:t>2. Study Planner &amp; Evaluation Agent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Creates personalized day-by-day study plans.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syllabus, exam date, study hours, and preparation level.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Generates MCQs.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Evaluates quiz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Calculates scores and percentages.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Identifies weak topics.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revision suggestions and focus areas.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Python</a:t>
            </a:r>
            <a:br>
              <a:rPr lang="en-IN" sz="1800" dirty="0"/>
            </a:br>
            <a:r>
              <a:rPr lang="en-IN" sz="1800" dirty="0"/>
              <a:t>For application logic, AI integration, data processing, and backend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Flask</a:t>
            </a:r>
            <a:br>
              <a:rPr lang="en-IN" sz="1800" dirty="0"/>
            </a:br>
            <a:r>
              <a:rPr lang="en-IN" sz="1800" dirty="0"/>
              <a:t>For developing the web application backend and API routes.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HTML, CSS &amp; Bootstrap 5</a:t>
            </a:r>
            <a:br>
              <a:rPr lang="en-IN" sz="1800" dirty="0"/>
            </a:br>
            <a:r>
              <a:rPr lang="en-IN" sz="1800" dirty="0"/>
              <a:t>For creating a responsive and user-friendly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JavaScript</a:t>
            </a:r>
            <a:br>
              <a:rPr lang="en-IN" sz="1800" dirty="0"/>
            </a:br>
            <a:r>
              <a:rPr lang="en-IN" sz="1800" dirty="0"/>
              <a:t>For interactive frontend functionality and communication with backend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Groq</a:t>
            </a:r>
            <a:r>
              <a:rPr lang="en-IN" sz="1800" b="1" dirty="0"/>
              <a:t> API</a:t>
            </a:r>
            <a:br>
              <a:rPr lang="en-IN" sz="1800" dirty="0"/>
            </a:br>
            <a:r>
              <a:rPr lang="en-IN" sz="1800" dirty="0"/>
              <a:t>For fast AI inference using open-weight language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OpenAI GPT-OSS 20B</a:t>
            </a:r>
            <a:br>
              <a:rPr lang="en-IN" sz="1800" dirty="0"/>
            </a:br>
            <a:r>
              <a:rPr lang="en-IN" sz="1800" dirty="0"/>
              <a:t>Used for study assistance, planning, quiz generation, evaluation, and personalized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Qwen Vision Model</a:t>
            </a:r>
            <a:br>
              <a:rPr lang="en-IN" sz="1800" dirty="0"/>
            </a:br>
            <a:r>
              <a:rPr lang="en-IN" sz="1800" dirty="0"/>
              <a:t>Used for processing textbook pages and image-based study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Whisper</a:t>
            </a:r>
            <a:br>
              <a:rPr lang="en-IN" sz="1800" dirty="0"/>
            </a:br>
            <a:r>
              <a:rPr lang="en-IN" sz="1800" dirty="0"/>
              <a:t>Used for speech-to-text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SQLite</a:t>
            </a:r>
            <a:br>
              <a:rPr lang="en-IN" sz="1800" dirty="0"/>
            </a:br>
            <a:r>
              <a:rPr lang="en-IN" sz="1800" dirty="0"/>
              <a:t>Used for storing quiz scores, progress, weak topics, study tasks, and milestones.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6FC22-E0B4-B8FA-DD66-B2E00AFD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14" y="1197652"/>
            <a:ext cx="9545171" cy="44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921A2-B063-DD45-E425-4F65BB3E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32" y="1234706"/>
            <a:ext cx="8288594" cy="43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0808E-F2C1-0CB9-A161-15E6B126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3" y="679639"/>
            <a:ext cx="9940413" cy="52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313E0-6425-28A6-1532-4404BE35F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Agentic AI enables </a:t>
            </a:r>
            <a:r>
              <a:rPr lang="en-IN" b="1" dirty="0" err="1"/>
              <a:t>StudyGen</a:t>
            </a:r>
            <a:r>
              <a:rPr lang="en-IN" b="1" dirty="0"/>
              <a:t> AI to function as an intelligent and goal-oriented study assistant rather than a simple chatbot.</a:t>
            </a:r>
            <a:endParaRPr lang="en-IN" dirty="0"/>
          </a:p>
          <a:p>
            <a:r>
              <a:rPr lang="en-IN" b="1" dirty="0"/>
              <a:t>1. Task-Based Agents</a:t>
            </a:r>
            <a:br>
              <a:rPr lang="en-IN" dirty="0"/>
            </a:br>
            <a:r>
              <a:rPr lang="en-IN" dirty="0"/>
              <a:t>Two specialized agents handle different student requirements:</a:t>
            </a:r>
          </a:p>
          <a:p>
            <a:pPr lvl="0"/>
            <a:r>
              <a:rPr lang="en-IN" b="1" dirty="0"/>
              <a:t>Study Material Agent</a:t>
            </a:r>
            <a:r>
              <a:rPr lang="en-IN" dirty="0"/>
              <a:t> – processes learning resources and generates study aids. </a:t>
            </a:r>
          </a:p>
          <a:p>
            <a:pPr lvl="0"/>
            <a:r>
              <a:rPr lang="en-IN" b="1" dirty="0"/>
              <a:t>Study Planner &amp; Evaluation Agent</a:t>
            </a:r>
            <a:r>
              <a:rPr lang="en-IN" dirty="0"/>
              <a:t> – creates study plans, quizzes, evaluations, and revision guidance. </a:t>
            </a:r>
          </a:p>
          <a:p>
            <a:r>
              <a:rPr lang="en-IN" b="1" dirty="0"/>
              <a:t>2. Intelligent Task Routing</a:t>
            </a:r>
            <a:br>
              <a:rPr lang="en-IN" dirty="0"/>
            </a:br>
            <a:r>
              <a:rPr lang="en-IN" dirty="0"/>
              <a:t>The agent orchestrator identifies the student's request and routes it to the appropriate specialized agent.</a:t>
            </a:r>
          </a:p>
          <a:p>
            <a:r>
              <a:rPr lang="en-IN" b="1" dirty="0"/>
              <a:t>3. Context-Aware Assistance</a:t>
            </a:r>
            <a:br>
              <a:rPr lang="en-IN" dirty="0"/>
            </a:br>
            <a:r>
              <a:rPr lang="en-IN" dirty="0"/>
              <a:t>The system considers syllabus, exam date, preparation level, study hours, learning material, and quiz performance.</a:t>
            </a:r>
          </a:p>
          <a:p>
            <a:r>
              <a:rPr lang="en-IN" b="1" dirty="0"/>
              <a:t>4. Adaptive Guidance</a:t>
            </a:r>
            <a:br>
              <a:rPr lang="en-IN" dirty="0"/>
            </a:br>
            <a:r>
              <a:rPr lang="en-IN" dirty="0"/>
              <a:t>Quiz results and weak topics are used to provide personalized revision suggestions and focus areas.</a:t>
            </a:r>
          </a:p>
          <a:p>
            <a:r>
              <a:rPr lang="en-IN" b="1" dirty="0"/>
              <a:t>5. Multimodal Interaction</a:t>
            </a:r>
            <a:br>
              <a:rPr lang="en-IN" dirty="0"/>
            </a:br>
            <a:r>
              <a:rPr lang="en-IN" dirty="0"/>
              <a:t>Students can interact using text, PDFs, images, and voice.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647A41-0C46-64EE-27BB-85C940FE9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578" y="1639640"/>
            <a:ext cx="7895004" cy="34369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8602E0-7E79-49A2-7019-F948AE733110}"/>
              </a:ext>
            </a:extLst>
          </p:cNvPr>
          <p:cNvSpPr txBox="1"/>
          <p:nvPr/>
        </p:nvSpPr>
        <p:spPr>
          <a:xfrm>
            <a:off x="4246880" y="1188720"/>
            <a:ext cx="2383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Token Usage: 58.5K / 270K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FE0D6-1A94-C033-D440-DDF943C8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732" y="619040"/>
            <a:ext cx="7238296" cy="58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4EC46-DF4F-E9E8-514B-3BBA76AF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786" y="750937"/>
            <a:ext cx="5425613" cy="56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FC6B8-C617-60C8-E640-92933B3B3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439" y="1044263"/>
            <a:ext cx="4296695" cy="49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2725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 err="1"/>
              <a:t>StudyGen</a:t>
            </a:r>
            <a:r>
              <a:rPr lang="en-IN" sz="1800" b="1" dirty="0"/>
              <a:t> AI combines Agentic AI, multimodal learning, personalized study planning, and performance evaluation into a single intelligent study platform.</a:t>
            </a:r>
            <a:endParaRPr lang="en-IN" sz="1800" dirty="0"/>
          </a:p>
          <a:p>
            <a:r>
              <a:rPr lang="en-IN" sz="1800" b="1" dirty="0"/>
              <a:t>Key Features</a:t>
            </a:r>
          </a:p>
          <a:p>
            <a:r>
              <a:rPr lang="en-IN" sz="1800" b="1" dirty="0"/>
              <a:t>1. Multi-Agent Intelligence</a:t>
            </a:r>
            <a:br>
              <a:rPr lang="en-IN" sz="1800" dirty="0"/>
            </a:br>
            <a:r>
              <a:rPr lang="en-IN" sz="1800" dirty="0"/>
              <a:t>Two specialized agents collaborate to handle study material assistance and study planning &amp; evaluation.</a:t>
            </a:r>
          </a:p>
          <a:p>
            <a:r>
              <a:rPr lang="en-IN" sz="1800" b="1" dirty="0"/>
              <a:t>2. Multimodal Learning</a:t>
            </a:r>
            <a:br>
              <a:rPr lang="en-IN" sz="1800" dirty="0"/>
            </a:br>
            <a:r>
              <a:rPr lang="en-IN" sz="1800" dirty="0"/>
              <a:t>Supports text, PDF, image, and voice-based study inputs.</a:t>
            </a:r>
          </a:p>
          <a:p>
            <a:r>
              <a:rPr lang="en-IN" sz="1800" b="1" dirty="0"/>
              <a:t>3. Personalized Study Planning</a:t>
            </a:r>
            <a:br>
              <a:rPr lang="en-IN" sz="1800" dirty="0"/>
            </a:br>
            <a:r>
              <a:rPr lang="en-IN" sz="1800" dirty="0"/>
              <a:t>Creates day-by-day study schedules based on syllabus, exam date, preparation level, and available study hours.</a:t>
            </a:r>
          </a:p>
          <a:p>
            <a:r>
              <a:rPr lang="en-IN" sz="1800" b="1" dirty="0"/>
              <a:t>4. Adaptive Quiz Evaluation</a:t>
            </a:r>
            <a:br>
              <a:rPr lang="en-IN" sz="1800" dirty="0"/>
            </a:br>
            <a:r>
              <a:rPr lang="en-IN" sz="1800" dirty="0"/>
              <a:t>Generates MCQs, evaluates answers, explains mistakes, and identifies weak topics.</a:t>
            </a:r>
          </a:p>
          <a:p>
            <a:r>
              <a:rPr lang="en-IN" sz="1800" b="1" dirty="0"/>
              <a:t>5. Material-Grounded Assistance</a:t>
            </a:r>
            <a:br>
              <a:rPr lang="en-IN" sz="1800" dirty="0"/>
            </a:br>
            <a:r>
              <a:rPr lang="en-IN" sz="1800" dirty="0"/>
              <a:t>Uses the student's provided study material to generate relevant summaries, explanations, and answers.</a:t>
            </a:r>
          </a:p>
          <a:p>
            <a:r>
              <a:rPr lang="en-IN" sz="1800" b="1" dirty="0"/>
              <a:t>6. Progress Tracking</a:t>
            </a:r>
            <a:br>
              <a:rPr lang="en-IN" sz="1800" dirty="0"/>
            </a:br>
            <a:r>
              <a:rPr lang="en-IN" sz="1800" dirty="0"/>
              <a:t>Tracks quiz scores, weak topics, study tasks, and milestones through the dashboard.</a:t>
            </a:r>
          </a:p>
          <a:p>
            <a:r>
              <a:rPr lang="en-IN" sz="1800" b="1" dirty="0"/>
              <a:t>7. Personalized Guidance</a:t>
            </a:r>
            <a:br>
              <a:rPr lang="en-IN" sz="1800" dirty="0"/>
            </a:br>
            <a:r>
              <a:rPr lang="en-IN" sz="1800" dirty="0"/>
              <a:t>Provides revision suggestions and focus areas based on the student's performance.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08B5D6-E818-6FDB-54DD-DE5DD81FF975}"/>
              </a:ext>
            </a:extLst>
          </p:cNvPr>
          <p:cNvSpPr txBox="1"/>
          <p:nvPr/>
        </p:nvSpPr>
        <p:spPr>
          <a:xfrm>
            <a:off x="2631440" y="1173268"/>
            <a:ext cx="854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snehasubramanian7070-star/Study-gen-AI: AI-powered Smart Study Generator using Flask, </a:t>
            </a:r>
            <a:r>
              <a:rPr lang="en-IN" dirty="0" err="1">
                <a:hlinkClick r:id="rId3"/>
              </a:rPr>
              <a:t>Groq</a:t>
            </a:r>
            <a:r>
              <a:rPr lang="en-IN" dirty="0">
                <a:hlinkClick r:id="rId3"/>
              </a:rPr>
              <a:t> API and open-source LLMs.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800" b="1" dirty="0"/>
              <a:t>1. Advanced Learning Analytics</a:t>
            </a:r>
            <a:br>
              <a:rPr lang="en-IN" sz="1800" dirty="0"/>
            </a:br>
            <a:r>
              <a:rPr lang="en-IN" sz="1800" dirty="0" err="1"/>
              <a:t>Analyze</a:t>
            </a:r>
            <a:r>
              <a:rPr lang="en-IN" sz="1800" dirty="0"/>
              <a:t> topic mastery, learning patterns, quiz performance, and long-term study progress.</a:t>
            </a:r>
          </a:p>
          <a:p>
            <a:r>
              <a:rPr lang="en-IN" sz="1800" b="1" dirty="0"/>
              <a:t>2. Multilingual Learning Support</a:t>
            </a:r>
            <a:br>
              <a:rPr lang="en-IN" sz="1800" dirty="0"/>
            </a:br>
            <a:r>
              <a:rPr lang="en-IN" sz="1800" dirty="0" err="1"/>
              <a:t>Support</a:t>
            </a:r>
            <a:r>
              <a:rPr lang="en-IN" sz="1800" dirty="0"/>
              <a:t> multiple languages to make the platform accessible to a wider range of students.</a:t>
            </a:r>
          </a:p>
          <a:p>
            <a:r>
              <a:rPr lang="en-IN" sz="1800" b="1" dirty="0"/>
              <a:t>3. Advanced Voice Interaction</a:t>
            </a:r>
            <a:br>
              <a:rPr lang="en-IN" sz="1800" dirty="0"/>
            </a:br>
            <a:r>
              <a:rPr lang="en-IN" sz="1800" dirty="0"/>
              <a:t>Enable more natural voice-based conversations for hands-free learning.</a:t>
            </a:r>
          </a:p>
          <a:p>
            <a:r>
              <a:rPr lang="en-IN" sz="1800" b="1" dirty="0"/>
              <a:t>4. Expanded Learning Resources</a:t>
            </a:r>
            <a:br>
              <a:rPr lang="en-IN" sz="1800" dirty="0"/>
            </a:br>
            <a:r>
              <a:rPr lang="en-IN" sz="1800" dirty="0"/>
              <a:t>Integrate additional educational resources, institutional materials, and online learning content.</a:t>
            </a:r>
          </a:p>
          <a:p>
            <a:r>
              <a:rPr lang="en-IN" sz="1800" b="1" dirty="0"/>
              <a:t>5. Collaborative Learning</a:t>
            </a:r>
            <a:br>
              <a:rPr lang="en-IN" sz="1800" dirty="0"/>
            </a:br>
            <a:r>
              <a:rPr lang="en-IN" sz="1800" dirty="0"/>
              <a:t>Allow students to share study materials, quizzes, flashcards, and study plans with classmates.</a:t>
            </a:r>
          </a:p>
          <a:p>
            <a:r>
              <a:rPr lang="en-IN" sz="1800" b="1" dirty="0"/>
              <a:t>6. Adaptive Learning</a:t>
            </a:r>
            <a:br>
              <a:rPr lang="en-IN" sz="1800" dirty="0"/>
            </a:br>
            <a:r>
              <a:rPr lang="en-IN" sz="1800" dirty="0"/>
              <a:t>Automatically adjust study plans based on quiz performance, weak topics, and learning progress.</a:t>
            </a:r>
          </a:p>
          <a:p>
            <a:r>
              <a:rPr lang="en-IN" sz="1800" b="1" dirty="0"/>
              <a:t>7. Cloud Deployment</a:t>
            </a:r>
            <a:br>
              <a:rPr lang="en-IN" sz="1800" dirty="0"/>
            </a:br>
            <a:r>
              <a:rPr lang="en-IN" sz="1800" dirty="0"/>
              <a:t>Deploy </a:t>
            </a:r>
            <a:r>
              <a:rPr lang="en-IN" sz="1800" dirty="0" err="1"/>
              <a:t>StudyGen</a:t>
            </a:r>
            <a:r>
              <a:rPr lang="en-IN" sz="1800" dirty="0"/>
              <a:t> AI on a cloud platform for wider accessibility and scalability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46B10-04EA-95C0-79A3-534BAD982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623" y="690577"/>
            <a:ext cx="7747377" cy="596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D2980-62C7-D18D-4F60-F7550836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82" y="1311640"/>
            <a:ext cx="8077636" cy="499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E0FBC-26CA-BA09-4A08-CAD1CD4446DA}"/>
              </a:ext>
            </a:extLst>
          </p:cNvPr>
          <p:cNvSpPr txBox="1"/>
          <p:nvPr/>
        </p:nvSpPr>
        <p:spPr>
          <a:xfrm>
            <a:off x="3182382" y="2418736"/>
            <a:ext cx="58272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 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1035</Words>
  <Application>Microsoft Office PowerPoint</Application>
  <PresentationFormat>Widescreen</PresentationFormat>
  <Paragraphs>136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Sneha Subramanian</cp:lastModifiedBy>
  <cp:revision>3</cp:revision>
  <dcterms:created xsi:type="dcterms:W3CDTF">2025-07-08T05:06:56Z</dcterms:created>
  <dcterms:modified xsi:type="dcterms:W3CDTF">2026-09-29T06:20:55Z</dcterms:modified>
</cp:coreProperties>
</file>